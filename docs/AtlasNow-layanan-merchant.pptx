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UNTUK BRAND  ·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sudah ada di Google Maps.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11155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bantu yang setelahnya: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ditemukan, di-chat, dibalas.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42976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 adalah ruang kerja untuk restoran, ritel, dan brand multi-cabang.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Listing, ulasan Google, WhatsApp, dan Facebook Messenger — satu tempat, tiap cabang jelas.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P2P Labs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SIAPA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kalau orang cari kamu di Maps,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 chat atau kasih ulasan sebelum datang.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057400"/>
            <a:ext cx="7315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13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F&amp;B, kafe, bakery, QSR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buka dan pin sering berubah. Chat “masih buka?” masuk sepanjang hari.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05740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057400"/>
            <a:ext cx="7315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313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Ritel &amp; grocery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7706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cabang, satu merek. Tiap toko butuh nama, nomor, dan pin yang benar.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931920"/>
            <a:ext cx="7315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87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Salon, klinik, gym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6451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 temu lewat chat. Listing yang usang atau balasan lambat = appointment hilang.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31920"/>
            <a:ext cx="7315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187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Bengkel, hotel, franchise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46451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masuk ke cabang yang tepat — bukan satu inbox campur.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SERING TERJADI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sudah cari kamu.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ribet: menindaklanjuti.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yang muncul salah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buka lama, pin di jalan sebelah, nama tidak sama dengan papan toko. Orang tetap search — cuma masuk ke tempat yang salah.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tercecer di HP berbeda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9319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 satu handset. Facebook di tab lain. Pesan nganggur sampai pelanggan sudah ke tempat lain.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214884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58200" y="2880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nunggu dibalas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39319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Bintang satu itu pelanggan minta dibantu. Banyak tools cuma pamer bintangnya, tidak bantu membalas.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SUDAH BISA DIPAKAI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layanan yang sudah jalan hari ini.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janji iklan. Ini yang tim kalian buka di atlasnow.co.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201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731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4767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194767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outlet satu daftar. Tambah dari link Google Maps. Nama, nomor, alamat, pin.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1201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788920"/>
            <a:ext cx="731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5351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295351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ulasan Google per cabang. Tulis draf balasan. Kirim ke Maps setelah Google tersambung.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11201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794760"/>
            <a:ext cx="731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5935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395935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dan Facebook Messenger masuk ke cabang yang benar — bukan tumpukan campur.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11201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731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651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00400" y="496519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yang pernah chat tersimpan. Nomor WhatsApp tidak dicampur dengan ID Facebook.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pintu toko punya kartu sendiri.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577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64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Maps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Tempel link Google Maps. Nama, alamat, telepon, dan pin terisi — bukan diketik ulang dari nol.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577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8288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1764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atau belum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Kelihatan cabang mana datanya lengkap, mana yang masih bolong (nama, kota, nomor).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5577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97764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913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yang tidak berubah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44805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cabang punya kode tetap. Tidak tertukar kalau nama toko diganti.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577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397764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3913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merek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44805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pegang beberapa brand. Tiap brand punya daftar cabangnya sendiri.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GOOGLE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Baca. Draf. Kirim — dari satu layar.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766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kalian lihat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per cabang: bintang, teks, kapan, sudah dibalas atau belum.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6766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9535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tim kerjakan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192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draf di AtlasNow. Agency yang kirim ke Google, supaya tidak asal tayang.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6766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27939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Jendela waktu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6451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ulasan 1 bulan terakhir. Kalau sepi, mundur 2 bulan sebelumnya, dan seterusnya.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1463040"/>
            <a:ext cx="4206240" cy="3977640"/>
          </a:xfrm>
          <a:prstGeom prst="rect">
            <a:avLst/>
          </a:prstGeom>
          <a:solidFill>
            <a:srgbClr val="1E1B4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Jujur soal reply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0" y="228600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Balasan yang tampil di Google Maps butuh Google Business Profile tersambung.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itu, tim tetap bisa baca dan menulis draf di AtlasNow — belum ke Maps.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bukan kunjungan toko. Ini sinyal pengalaman pelanggan.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 ·  PELANGGAN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inbox. Cabang yang benar.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577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73152" cy="1965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atau kode pairing di cabang. Chat masuk ke outlet itu, bukan ke HP pribadi kasir.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577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08760"/>
            <a:ext cx="73152" cy="1965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Messenger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login Page-nya sendiri. Pesan ke halaman Facebook masuk ke Inbox yang sama.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5577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657600"/>
            <a:ext cx="73152" cy="1965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pelanggan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pernah chat tersimpan. Nomor WhatsApp tidak dianggap sama dengan ID Facebook.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577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657600"/>
            <a:ext cx="73152" cy="1965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Jendela 24 jam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4434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Balasan mengikuti aturan platform. Kami tidak janji kirim pesan di luar aturan itu.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NYAMBUNG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milik brand. Bukan pinjaman akun agency.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36576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2286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Google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27889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Sambungkan Google Business Profile, lalu pasangkan listing Maps ke cabang yang benar. Ini pintu untuk ulasan resmi dan update listing.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508760"/>
            <a:ext cx="36576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chat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9432" y="2286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Chat apps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9432" y="27889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(scan QR) dan Facebook / Instagram (login Page). Setelah nyambung, kerjaannya di Inbox — bukan di halaman setting.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150876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508760"/>
            <a:ext cx="36576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439912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&amp; bahasa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39912" y="2286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39912" y="27889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password, undang user cabang, pilih bahasa Indonesia atau Inggris. Super admin bisa reset login tim.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langkah. Tidak ribet.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buka AtlasNow. Brand diundang kalau sudah siap login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365760" cy="256032"/>
          </a:xfrm>
          <a:prstGeom prst="rightArrow">
            <a:avLst/>
          </a:prstGeom>
          <a:solidFill>
            <a:srgbClr val="C7D2FE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cabang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2697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outlet dari Maps. Satu daftar per merek.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1691640"/>
            <a:ext cx="365760" cy="256032"/>
          </a:xfrm>
          <a:prstGeom prst="rightArrow">
            <a:avLst/>
          </a:prstGeom>
          <a:solidFill>
            <a:srgbClr val="C7D2FE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Sambungkan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2697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WhatsApp, dan Facebook Page milik brand itu.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0" y="1691640"/>
            <a:ext cx="365760" cy="256032"/>
          </a:xfrm>
          <a:prstGeom prst="rightArrow">
            <a:avLst/>
          </a:prstGeom>
          <a:solidFill>
            <a:srgbClr val="C7D2FE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8116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 &amp; perbaiki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81160" y="2697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Ulasan, chat, dan data listing yang masih salah — dikerjakan dari satu tempat.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297680"/>
            <a:ext cx="11201400" cy="155448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480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mengerjakan apa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Agency: sambungkan Google, pasangkan listing, kirim balasan ulasan ke Maps.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/ cabang: lihat outlet, baca inbox, tulis draf, jaga data toko tetap benar.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JALAN  ·  COMING LATER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tidak jual fitur yang belum ada.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5778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5577840" cy="10972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bisa dipakai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cabang dari Google Maps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Google — baca &amp; draf balasan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WhatsApp (scan QR di cabang)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Messenger (login Page brand)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pelanggan yang pernah chat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bahasa, undangan tim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949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417320"/>
            <a:ext cx="5394960" cy="1097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di menu · coming later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— tugas harian tim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— postingan &amp; promo Google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iklan &amp; voucher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ringkasan mingguan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look — antrian risiko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TIDAK KAMI KLAIM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yang tidak bisa kami bela, tidak kami tampilkan.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1201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93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kunjungan toko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orang minta arah di Maps, itu niat datang — bukan kaki yang sudah masuk pintu.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1201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6609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lead atau omzet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9008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tidak mengarang jumlah prospek atau penjualan di layar Home.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11201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7124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punya aturannya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0416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Balasan ulasan yang publik butuh akun Business Profile. Kuota Google bisa menahan sync sementara.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201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F172A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76402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mengikuti platform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0932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pakai sesi HP cabang. Messenger hidup setelah aplikasi Meta disetujui. Kami tidak janji di luar itu.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sudah bekerja.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itu.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agency. Nyalakan login brand ketika tim toko siap.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Cabang, ulasan, WhatsApp, Messenger — satu alamat.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434840"/>
            <a:ext cx="3291840" cy="640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434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atlasnow.co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2336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hello@atlasnow.co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19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AtlasNow — layanan untuk brand multi-cabang</dc:title>
  <dc:subject>Ringkasan fitur AtlasNow dalam bahasa merchant</dc:subject>
  <dc:creator>P2P Labs</dc:creator>
  <cp:lastModifiedBy>P2P Labs</cp:lastModifiedBy>
  <cp:revision>1</cp:revision>
  <dcterms:created xsi:type="dcterms:W3CDTF">2026-08-21T01:13:01Z</dcterms:created>
  <dcterms:modified xsi:type="dcterms:W3CDTF">2026-08-21T01:13:01Z</dcterms:modified>
</cp:coreProperties>
</file>