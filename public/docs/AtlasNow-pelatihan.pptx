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KERJA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11155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di toko.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pitch. Ini job sheet.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3840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staf partnership (agency) dan staf merchant (admin merek + kasir).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alur: daftar dulu, struk sah, baru stamp, baru hadiah.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menit  ·  atlasnow.co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SIAPA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ruangan, satu sistem.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/ agency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partnership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Tambah merek, nyalakan login toko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Cabang dari Google Maps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Sambungkan Google + nomor WA HQ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Cetak QR, isi hadiah, latih kasir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merchant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merek + kasir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265176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Admin: Approve, Redeem, Reports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Kasir: scan QR, ketik HP, serahkan hadiah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Jangan tunggu app di HP pelanggan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Kartu stamp v1 = chat HQ atau ketik HP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KURSI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klik tombol apa.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83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2240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· Outlets · Chat apps · Settings → Loyalty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35204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sekali. Kalau toko bingung, ini orang yang dipanggil dulu.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783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merek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2240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· Customers ·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35204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Approve. Cek member. Redeem yang kasir tidak yakin. Baca bulan ini.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5544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783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39912" y="2240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→ Submit struk · Cek member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39912" y="352044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detik. HP + no. transaksi. Hadiah hanya setelah Redeem.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BOLEH DIAJARKAN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Ajarkan yang live. Jangan jual yang belum.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latih ini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Outlets dari Maps, ulasan Google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daftar (HP, nama, DOB, email)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Calon → aktif setelah struk sah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Stamp, top spender, ultah di kasir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loyalty bulan ini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Inbox HQ jika Cloud API nyambung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— jangan janji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stamp di HP (kasir scan kartu)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 Moka / Majoo auto-stamp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Ucapan ultah WA H-2 (centang tersimpan)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Post, iklan, laporan ops mingguan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 auto-reply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Aplikasi HP merek (jauh)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YANG DIKUNCI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langkah. Jangan loncat.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2212848" cy="338328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297180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HP, nama, DOB, email. Masih calon.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554480"/>
            <a:ext cx="2212848" cy="338328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783080"/>
            <a:ext cx="411480" cy="411480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07792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07792" y="297180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 pakai nomor member yang valid.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74920" y="1554480"/>
            <a:ext cx="2212848" cy="338328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783080"/>
            <a:ext cx="411480" cy="411480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39512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9512" y="297180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ketik HP + no. trx di Loyalty.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1554480"/>
            <a:ext cx="2212848" cy="338328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783080"/>
            <a:ext cx="411480" cy="411480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71232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71232" y="297180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merek. Baru ini stamp.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38360" y="1554480"/>
            <a:ext cx="2212848" cy="338328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1783080"/>
            <a:ext cx="411480" cy="411480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27" name="Text 25"/>
          <p:cNvSpPr/>
          <p:nvPr/>
        </p:nvSpPr>
        <p:spPr>
          <a:xfrm>
            <a:off x="99212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02952" y="2377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02952" y="297180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tekan Redeem. Chat bukan bukti.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5166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poster bukan stamp. Calon bukan member aktif. Visit tidak kita hitung — yang dihitung struk sah.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·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 partnership sebelum toko buka.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Brands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490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merek. Login toko off sampai follow-up selesai, lalu nyalakan.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21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Outlets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22219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cabang dari Maps. Nama = papan toko. Pin benar.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1155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535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Google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9535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Google. Cocokkan listing ke cabang.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11155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85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Chat apps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3685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WA resmi HQ (Cloud API). WA cabang hanya ditonton.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11155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165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Loyalty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44165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JOIN, min belanja, hadiah stamp, juara spender, ultah.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074920"/>
            <a:ext cx="111556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1480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Latih kasir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51480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menit + lembar saku. Jangan lepas toko tanpa skrip.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DAFTAR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QR = daftar. Bukan cap stamp.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Loyalty. Satu QR merek atau satu per cabang. Cetak di kasir, meja, atau pintu.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HP + nama. Setelah submit = calon. Aktif hanya setelah struk Approve tembus min merek. HP = nomor member.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6766560" cy="2651760"/>
          </a:xfrm>
          <a:prstGeom prst="roundRect">
            <a:avLst>
              <a:gd name="adj" fmla="val 4138"/>
            </a:avLst>
          </a:prstGeom>
          <a:solidFill>
            <a:srgbClr val="1F1B1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260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UCAPAN KASIR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“Scan QR ini ya, isi nama dan HP. Baru belanja, stamp-nya nyangkut.”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52360" y="2697480"/>
            <a:ext cx="4206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26680" y="33375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“Scan di meja, langsung dapat stamp.” Siapa pun bisa farm stamp. Jangan.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LOYALTY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ditulis merek. Bukan donat default.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stamp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5 → es kopi, 10 → tumbler. 1 struk sah = 1 stamp. Kartu baru hanya setelah hadiah tertinggi di-Redeem.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belanja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19456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0 = kopi kecil pun dapat stamp. Min yang sama yang mengaktifkan membership.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Juara 1 / 2 / 3 tiap bulan. Hadiah juara 1 hanya untuk juara 1.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65760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Ultah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43434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di kasir, sekali setahun, setelah aktif. WA H-2 hanya jika mereka centang izin.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· 15 DETIK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 kasir. Hafalkan ini.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81912"/>
            <a:ext cx="402336" cy="402336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2704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member? “Scan QR, isi HP dan nama.” Jangan proses stamp dulu.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04872"/>
            <a:ext cx="402336" cy="402336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35000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bayar. Loyalty → Submit struk. Ketik HP, no. transaksi, nominal (buat top spender).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27832"/>
            <a:ext cx="402336" cy="402336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17296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Kirim. Admin merek yang Approve. Kalau kamu admin juga, Approve sekarang.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050792"/>
            <a:ext cx="402336" cy="402336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99592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tukar? Cek member → ketik HP. Atau pelanggan tunjuk chat HQ “Status Stamp”.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111556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873752"/>
            <a:ext cx="402336" cy="402336"/>
          </a:xfrm>
          <a:prstGeom prst="ellipse">
            <a:avLst/>
          </a:prstGeom>
          <a:solidFill>
            <a:srgbClr val="1F1B1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81888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hanya setelah tombol Redeem. Chat bukan bukti. Struk kertas bukan bukti tukar.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+ KARTU V1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hidup di Approve. Kartu ditunjuk dua cara.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merek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Loyalty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HP belum daftar → tolak, minta scan QR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Trx sama dua kali → sistem menolak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 bawah min merek → tidak stamp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Kartu penuh → Redeem dulu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Customers: calon vs aktif. Export bukan blast.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1F1B1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1 · PELANGGAN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nomor HQ: Status Stamp / Cek Stamp. Tunjukkan chat ke kasir. Customer-initiated = jendela 24 jam, bukan template marketing.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74904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931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2 · KASIR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297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→ Cek member, ketik HP. Jalan tanpa Cloud API. QR di HP belakangan.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cair di kasir, sekali.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Tukar yang kecil dulu kalau dua hadiah sudah sampai. Kartu kosong hanya setelah hadiah tertinggi.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bulan, juara 1/2/3. Redeem hadiah peringkat itu. Bulan depan hitung baru.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155448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Ultah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Jendela H-2 sampai H+7. Sekali setahun. Membership harus aktif.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5029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void. Struk keluar = sah. Salah cap? Jangan tarik stamp. Cegah di Approve.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larangan. Ini yang bikin program rusak.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hitung scan sebagai datang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 ≠ kunjungan. Reports bukan “visits”.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stamp dari stiker meja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Stiker = daftar. Stamp hanya struk sah.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kasih struk tanpa nomor member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harus terdaftar dulu.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926080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Redeem dari chat saja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Redeem di Atlas yang mengunci hadiah.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blast dari centang ultah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itu ucapan H-2, bukan promo.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389120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kirim dari WA HP kasir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Balasan resmi hanya nomor HQ Cloud.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LEMBAR SAKU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ini. Tempel di kasir.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291840"/>
              </a:tblGrid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B6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B6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dilakukan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6B6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Baru datang, belum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Minta scan QR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tercetak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Sudah bayar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Ketik HP + no. trx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→ Submit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Cek sisa 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Ketik HP, atau minta chat HQ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Cek member / Status Stamp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 tukar hadiah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Cek layar, tekan Redeem, serahkan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Cek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 mencurigakan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Jangan Approve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Antrian → Tolak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Cek jendela + Redeem birthday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Cek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6B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ini. AtlasNow, bukan Cirqle.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kembali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struk sah bulan ini, dan sudah pernah belanja sebelumnya.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bulan ini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struk sah = 1 stamp. Bukan visit counter.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Hadiah ditebus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tekan Redeem. Bukan janji di chat.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rajin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4297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terbanyak bulan ini, atau top spender kalau stamp mati.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08015" y="256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Daftar. Struk. Approve.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 stamp. Baru hadiah.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Partnership: jangan lepas toko sebelum kasir hafal 15 detik.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Merchant: ragu? ketik HP, jangan tebak.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709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atlasnow.co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hello@atlasnow.co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4190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Labs  ·  atlasnow.co  ·  hello@atlasnow.co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97135" y="6419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AtlasNow — pelatihan kerja</dc:title>
  <dc:subject>Tutorial untuk employee partnership dan partner merchant</dc:subject>
  <dc:creator>P2P Labs</dc:creator>
  <cp:lastModifiedBy>P2P Labs</cp:lastModifiedBy>
  <cp:revision>1</cp:revision>
  <dcterms:created xsi:type="dcterms:W3CDTF">2026-08-26T04:30:09Z</dcterms:created>
  <dcterms:modified xsi:type="dcterms:W3CDTF">2026-08-26T04:30:09Z</dcterms:modified>
</cp:coreProperties>
</file>